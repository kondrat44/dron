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078cc974-5c64-6858-eebe-1e7e936ef1d9}">
          <p14:sldIdLst>
            <p14:sldId id="256"/>
            <p14:sldId id="257"/>
          </p14:sldIdLst>
        </p14:section>
        <p14:section name="Дрон" id="{be72ebd3-1867-8d57-db82-2363490aa3c2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Полёт" id="{a53cc434-5876-9d85-fee9-d7bbccbe24cd}">
          <p14:sldIdLst>
            <p14:sldId id="268"/>
          </p14:sldIdLst>
        </p14:section>
        <p14:section name="Пульт" id="{6f8404b8-d846-c5cd-68fa-721226e4837c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Итог" id="{3d752a09-9c68-f4de-cc3b-786ade232658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презентации — устройство квадрокоптера DJI Mavic 3 и пульта DJI RC Pro. Разберём, из каких частей состоит дрон и за что отвечает каждая из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Mavic 3 весит 895 граммов, летает до 46 минут на одном аккумуляторе, держит связь до 15 километров и разгоняется до 19 метров в секунду в спортивном режиме.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часть Mavic 3 — сдвоенная камера. Основная камера Hasselblad с матрицей 4/3 — это размер как у беззеркальных фотоаппаратов, поэтому картинка чистая даже вечером. Рядом телекамера с фокусным расстоянием 162 мм: она приближает удалённые объекты.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Подвес держит камеру ровно, даже когда сам дрон наклоняется в полёте. Три мотора компенсируют наклон, крен и поворот. Благодаря этому видео плавное без последующей стабилизации.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обзора состоит из пар камер, как два глаза. По разнице изображений дрон вычисляет расстояние до препятствий во всех направлениях и может сам облетать их или останавливаться.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Корпус сделан из лёгкого пластика и имеет обтекаемую форму. Под крышкой находятся полётный контроллер, модуль спутниковой навигации и система охлаждения.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Аккумулятор вставляется сзади сверху. Это литий-полимерная батарея на 5000 мАч. Её хватает до 46 минут полёта — один из лучших результатов среди складных дронов.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Лучи складываются, поэтому дрон легко переносить. В разложенном виде расстояние между моторами по диагонали — 380 мм. Светодиоды на лучах помогают понять, где у дрона перед.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Бесколлекторные моторы надёжные и почти не изнашиваются. Дрон управляется только разной скоростью вращения моторов: если задние крутятся быстрее передних, дрон наклоняется вперёд и летит вперёд.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Винты создают подъёмную силу. Два винта крутятся по часовой стрелке и два против, поэтому дрон не вращается вокруг себя. Форма лопастей подобрана так, чтобы снизить шум.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передачи O3+ передаёт видео в реальном времени. Антенны встроены в стойки шасси, поэтому их не видно снаружи. Дальность — до 15 км по американскому стандарту и до 8 км по европейскому.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Нижние датчики нужны для точного зависания и посадки, особенно в помещении, где нет сигнала спутников. Инфракрасный датчик точно измеряет высоту до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полёте Mavic 3 держит положение по спутникам GPS, Galileo и BeiDou, сам облетает препятствия и автоматически возвращается к точке взлёта при потере сигнала или низком заряде.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Пульт DJI RC Pro — это пульт со встроенным экраном, телефон не нужен. На экране пилот видит то, что видит камера дрона, и все данные полёта.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стандартном режиме управления левый стик отвечает за высоту и поворот дрона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Правый стик двигает дрон в пространстве: вперёд, назад, влево и вправо.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Перед полётом антенны раскладывают. Сигнал лучше всего, когда плоская сторона антенн направлена в сторону дрона.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Режим выбирают под задачу: плавный для красивой съёмки, обычный для повседневных полётов, спортивный для максимальной скорости до 19 м/с.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Кнопка паузы останавливает любой автоматический полёт, например возврат домой или полёт по маршруту.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Возврат домой включается кнопкой, а также сам — если пропала связь или садится батарея.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Пульт включается коротким и затем долгим нажатием. Встроенного аккумулятора хватает примерно на 3 часа.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Левым колёсиком пилот наклоняет камеру, не меняя положение дрона. Кнопка записи находится под указательным пальцем.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Правое колёсико настраивает камеру: приближение или яркость. Кнопка фото делает снимок одним нажатием.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каждая деталь Mavic 3 выполняет свою задачу.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063240"/>
            <a:ext cx="59436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spc="-2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Заголовок</a:t>
            </a: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Подзаголовок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R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Деталь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Название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10000"/>
              </a:lnSpc>
              <a:buNone/>
              <a:defRPr lang="en-US" sz="1400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Описание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Характеристики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RT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239512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Раздел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239512" y="1389888"/>
            <a:ext cx="32004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spc="-5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spc="-50" kern="0" dirty="0">
                <a:solidFill>
                  <a:schemeClr val="tx1"/>
                </a:solidFill>
              </a:rPr>
              <a:t>Название</a:t>
            </a: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LIGHT">
    <p:bg>
      <p:bgPr>
        <a:solidFill>
          <a:srgbClr val="C9D6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371600" y="411480"/>
            <a:ext cx="64008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300" b="1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Режим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713232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spc="-100" kern="0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</a:rPr>
              <a:t>Заголовок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011680" y="1463040"/>
            <a:ext cx="51206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rgbClr val="FFFFFF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Текст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3063240"/>
            <a:ext cx="5943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b="1" spc="-200" kern="0" dirty="0">
                <a:solidFill>
                  <a:schemeClr val="tx1"/>
                </a:solidFill>
              </a:rPr>
              <a:t>Mavic 3</a:t>
            </a:r>
            <a:endParaRPr lang="en-US" sz="6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457200" y="42519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Как устроен квадрокоптер DJI и его пульт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868680"/>
            <a:ext cx="3703320" cy="3429000"/>
          </a:xfrm>
          <a:prstGeom prst="roundRect">
            <a:avLst>
              <a:gd name="adj" fmla="val 5333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Главные цифры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DJI Mavic 3</a:t>
            </a:r>
            <a:endParaRPr lang="en-US" sz="2400" dirty="0"/>
          </a:p>
        </p:txBody>
      </p:sp>
      <p:sp>
        <p:nvSpPr>
          <p:cNvPr id="6" name="stat0"/>
          <p:cNvSpPr txBox="1"/>
          <p:nvPr/>
        </p:nvSpPr>
        <p:spPr>
          <a:xfrm>
            <a:off x="713232" y="21031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46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мин</a:t>
            </a:r>
            <a:endParaRPr lang="en-US" sz="3200" dirty="0"/>
          </a:p>
        </p:txBody>
      </p:sp>
      <p:sp>
        <p:nvSpPr>
          <p:cNvPr id="7" name="statl0"/>
          <p:cNvSpPr txBox="1"/>
          <p:nvPr/>
        </p:nvSpPr>
        <p:spPr>
          <a:xfrm>
            <a:off x="713232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время полёта</a:t>
            </a:r>
            <a:endParaRPr lang="en-US" sz="1100" dirty="0"/>
          </a:p>
        </p:txBody>
      </p:sp>
      <p:sp>
        <p:nvSpPr>
          <p:cNvPr id="8" name="stat1"/>
          <p:cNvSpPr txBox="1"/>
          <p:nvPr/>
        </p:nvSpPr>
        <p:spPr>
          <a:xfrm>
            <a:off x="2359152" y="21031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15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км</a:t>
            </a:r>
            <a:endParaRPr lang="en-US" sz="3200" dirty="0"/>
          </a:p>
        </p:txBody>
      </p:sp>
      <p:sp>
        <p:nvSpPr>
          <p:cNvPr id="9" name="statl1"/>
          <p:cNvSpPr txBox="1"/>
          <p:nvPr/>
        </p:nvSpPr>
        <p:spPr>
          <a:xfrm>
            <a:off x="2359152" y="261518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дальность связи</a:t>
            </a:r>
            <a:endParaRPr lang="en-US" sz="1100" dirty="0"/>
          </a:p>
        </p:txBody>
      </p:sp>
      <p:sp>
        <p:nvSpPr>
          <p:cNvPr id="10" name="stat2"/>
          <p:cNvSpPr txBox="1"/>
          <p:nvPr/>
        </p:nvSpPr>
        <p:spPr>
          <a:xfrm>
            <a:off x="71323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895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г</a:t>
            </a:r>
            <a:endParaRPr lang="en-US" sz="3200" dirty="0"/>
          </a:p>
        </p:txBody>
      </p:sp>
      <p:sp>
        <p:nvSpPr>
          <p:cNvPr id="11" name="statl2"/>
          <p:cNvSpPr txBox="1"/>
          <p:nvPr/>
        </p:nvSpPr>
        <p:spPr>
          <a:xfrm>
            <a:off x="713232" y="3621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взлётный вес</a:t>
            </a:r>
            <a:endParaRPr lang="en-US" sz="1100" dirty="0"/>
          </a:p>
        </p:txBody>
      </p:sp>
      <p:sp>
        <p:nvSpPr>
          <p:cNvPr id="12" name="stat3"/>
          <p:cNvSpPr txBox="1"/>
          <p:nvPr/>
        </p:nvSpPr>
        <p:spPr>
          <a:xfrm>
            <a:off x="235915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19</a:t>
            </a:r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 м/с</a:t>
            </a:r>
            <a:endParaRPr lang="en-US" sz="3200" dirty="0"/>
          </a:p>
        </p:txBody>
      </p:sp>
      <p:sp>
        <p:nvSpPr>
          <p:cNvPr id="13" name="statl3"/>
          <p:cNvSpPr txBox="1"/>
          <p:nvPr/>
        </p:nvSpPr>
        <p:spPr>
          <a:xfrm>
            <a:off x="2359152" y="3621024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скорость в режиме S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16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01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Камера Hasselblad и телекамера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Две камеры в одном блоке. Основная с большой матрицей 4/3 снимает фото 20 Мп и видео 5.1K. Телекамера приближает объект, чтобы снимать издалека.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Основная: 24 мм, f/2.8–f/11 · теле: 162 мм, f/4.4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02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Трёхосевой подвес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Маленькие моторы подвеса гасят наклоны и вибрации дрона по трём осям, поэтому видео остаётся ровным даже на ветру.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Наклон камеры от −90° до +35°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03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Камеры обзора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Стереокамеры смотрят вперёд, назад, вверх и в стороны и строят карту препятствий, чтобы дрон сам облетал деревья и стены.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Обзор на 360° · вперёд видит до 200 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04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Верхняя крышка корпуса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Закрывает электронику от пыли и брызг и делает корпус обтекаемым, чтобы дрон меньше тормозил о воздух. Спереди на ней стоят камеры обзора.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 сложенном виде дрон 221 × 96 × 90 мм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05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Аккумулятор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Питает моторы, камеру и всю электронику. Сам следит за зарядом и температурой ячеек и подсказывает, когда пора возвращаться. Четыре огонька сзади показывают заряд.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5000 мА·ч · 15,4 В · LiPo 4S · 77 Вт·ч · до 46 минут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06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Складные лучи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Держат моторы на нужном расстоянии от центра. Передние складываются вперёд, задние назад и вниз, и дрон помещается в небольшую сумку.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Диагональ 380 мм · светодиоды на концах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07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Бесколлекторные моторы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Четыре мотора крутят винты. Меняя их обороты, контроллер поднимает дрон, наклоняет его и поворачивает.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4 мотора · подъём до 8 м/с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08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Винты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Отбрасывают воздух вниз и создают тягу. Соседние винты крутятся в разные стороны, чтобы дрон не закручивало. Лопасти складываются и снимаются без инструментов.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Быстросъёмные · малошумные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09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Стойки с антеннами O3+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Передние стойки держат дрон на земле, а внутри них спрятаны антенны. Они передают на пульт живое видео и принимают команды пилота.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DJI O3+ · до 15 км (FCC) / 8 км (CE)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Дрон · деталь 10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Нижние датчики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Камеры и инфракрасный датчик под корпусом измеряют высоту над землёй, помогают зависать без GPS и мягко садиться.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Вниз 0,3–18 м · ИК-датчик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1371600" y="411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Обычный режим полёта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914400" y="713232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spc="-100" kern="0" dirty="0">
                <a:solidFill>
                  <a:srgbClr val="FFFFFF"/>
                </a:solidFill>
              </a:rPr>
              <a:t>Полёт над горами</a:t>
            </a:r>
            <a:endParaRPr lang="en-US" sz="4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2011680" y="14630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Держит точку по спутникам, облетает препятствия сам и возвращается домой, если сигнал пропал или садится батарея.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01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Экран 5,5 дюйма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Показывает живое видео с камеры дрона, карту и телеметрию: высоту, скорость, заряд и число спутников. Яркий, читается даже на солнце.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Full HD · 1000 кд/м²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02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Левый стик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Вверх и вниз меняет высоту: дрон взлетает или снижается. Влево и вправо поворачивает дрон вокруг своей оси.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Режим 2 · газ и поворот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03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Правый стик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Вверх и вниз отправляет дрон вперёд или назад, влево и вправо смещает его вбок. Это основной стик для движения.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Режим 2 · вперёд-назад и вбок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04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Антенны пульта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Две антенны сложены вдоль верхнего края и откидываются вверх перед полётом. Лучше всего ловят, когда плоской стороной смотрят на дрон.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O3+ · 2,4 и 5,8 ГГц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05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Переключатель режимов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Три положения: плавный режим для съёмки, обычный и спортивный S, самый быстрый, но без облёта препятствий.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3 режима полёта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06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Кнопка паузы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Одно нажатие, и дрон тормозит и зависает на месте. Выручает, если что-то пошло не так в автоматическом полёте.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Экстренная остановка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07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Кнопка «Домой»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Если зажать её, дрон сам поднимется на безопасную высоту и вернётся в точку взлёта по спутникам.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Функция RTH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08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Кнопка питания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Короткое нажатие показывает заряд пульта на огоньках внизу, короткое и затем долгое включает или выключает пульт.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Индикаторы заряда · около 3 часов работы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09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Левое колёсико и кнопка записи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Колёсико плавно наклоняет камеру вверх и вниз прямо в полёте. Красная кнопка на плече запускает и останавливает запись видео.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Наклон подвеса · запись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Пульт DJI RC Pro · 10 из 10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Правое колёсико и кнопка фото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Колёсико меняет зум или экспозицию камеры, а кнопка на плече делает снимок.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Зум и экспозиция · фото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model" descr="DJI Mavic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!!card"/>
          <p:cNvSpPr/>
          <p:nvPr/>
        </p:nvSpPr>
        <p:spPr>
          <a:xfrm>
            <a:off x="457200" y="914400"/>
            <a:ext cx="3703320" cy="3310128"/>
          </a:xfrm>
          <a:prstGeom prst="roundRect">
            <a:avLst>
              <a:gd name="adj" fmla="val 5525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E8E8ED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" name="Text 0"/>
          <p:cNvSpPr/>
          <p:nvPr>
            <p:ph idx="100" type="body" hasCustomPrompt="1"/>
          </p:nvPr>
        </p:nvSpPr>
        <p:spPr>
          <a:xfrm>
            <a:off x="713232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Вот он весь, по деталям</a:t>
            </a:r>
            <a:endParaRPr lang="en-US" sz="1200" dirty="0"/>
          </a:p>
        </p:txBody>
      </p:sp>
      <p:sp>
        <p:nvSpPr>
          <p:cNvPr id="5" name="Text 0"/>
          <p:cNvSpPr/>
          <p:nvPr>
            <p:ph idx="101" type="title" hasCustomPrompt="1"/>
          </p:nvPr>
        </p:nvSpPr>
        <p:spPr>
          <a:xfrm>
            <a:off x="713232" y="138988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50" kern="0" dirty="0">
                <a:solidFill>
                  <a:schemeClr val="tx1"/>
                </a:solidFill>
              </a:rPr>
              <a:t>Mavic 3 в разборе</a:t>
            </a:r>
            <a:endParaRPr lang="en-US" sz="2400" dirty="0"/>
          </a:p>
        </p:txBody>
      </p:sp>
      <p:sp>
        <p:nvSpPr>
          <p:cNvPr id="6" name="Text 0"/>
          <p:cNvSpPr/>
          <p:nvPr>
            <p:ph idx="102" type="body" hasCustomPrompt="1"/>
          </p:nvPr>
        </p:nvSpPr>
        <p:spPr>
          <a:xfrm>
            <a:off x="713232" y="228600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Камера, подвес, корпус, аккумулятор, лучи, моторы, винты и датчики работают вместе, чтобы дрон летал стабильно и снимал качественное видео.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3" type="body" hasCustomPrompt="1"/>
          </p:nvPr>
        </p:nvSpPr>
        <p:spPr>
          <a:xfrm>
            <a:off x="713232" y="3657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3D-модели: «DJI Mavic 3» (llirikslon) и «DJI RC Pro Enterprise» (johnnokomis), Sketchfab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4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avic 3">
  <a:themeElements>
    <a:clrScheme name="Mavic 3">
      <a:dk1>
        <a:srgbClr val="1D1D1F"/>
      </a:dk1>
      <a:lt1>
        <a:srgbClr val="FFFFFF"/>
      </a:lt1>
      <a:dk2>
        <a:srgbClr val="424245"/>
      </a:dk2>
      <a:lt2>
        <a:srgbClr val="F5F5F7"/>
      </a:lt2>
      <a:accent1>
        <a:srgbClr val="1D1D1F"/>
      </a:accent1>
      <a:accent2>
        <a:srgbClr val="6E6E73"/>
      </a:accent2>
      <a:accent3>
        <a:srgbClr val="86868B"/>
      </a:accent3>
      <a:accent4>
        <a:srgbClr val="D2D2D7"/>
      </a:accent4>
      <a:accent5>
        <a:srgbClr val="E8E8ED"/>
      </a:accent5>
      <a:accent6>
        <a:srgbClr val="0F0F10"/>
      </a:accent6>
      <a:hlink>
        <a:srgbClr val="1D1D1F"/>
      </a:hlink>
      <a:folHlink>
        <a:srgbClr val="6E6E73"/>
      </a:folHlink>
    </a:clrScheme>
    <a:fontScheme name="Mavic 3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Mavic 3: как устроен дрон</dc:title>
  <dc:subject>PptxGenJS Presentation</dc:subject>
  <dc:creator>Кондратьев И.И.</dc:creator>
  <cp:lastModifiedBy>Кондратьев И.И.</cp:lastModifiedBy>
  <cp:revision>1</cp:revision>
  <dcterms:created xsi:type="dcterms:W3CDTF">2026-10-28T06:47:18Z</dcterms:created>
  <dcterms:modified xsi:type="dcterms:W3CDTF">2026-10-28T06:47:18Z</dcterms:modified>
</cp:coreProperties>
</file>