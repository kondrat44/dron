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4170bb13-64cf-ea43-80a5-8cbb7c2622aa}">
          <p14:sldIdLst>
            <p14:sldId id="256"/>
            <p14:sldId id="257"/>
          </p14:sldIdLst>
        </p14:section>
        <p14:section name="Дрон" id="{3475f365-1bc5-8b3d-ebff-78ef28e8fc5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Полёт" id="{593ed427-8d21-c83b-b355-d68406168ac1}">
          <p14:sldIdLst>
            <p14:sldId id="269"/>
          </p14:sldIdLst>
        </p14:section>
        <p14:section name="Итог" id="{330459a4-ca07-2e5f-404a-dcad42e89b9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презентации — устройство квадрокоптера DJI Mavic 3. Разберём, из каких частей состоит дрон и за что отвечает каждая из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Mavic 3 весит 895 граммов, летает до 46 минут на одном аккумуляторе, держит связь до 15 километров и разгоняется до 19 метров в секунду в спортивном режиме.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Mavic 3 — сдвоенная камера. Основная камера Hasselblad с матрицей 4/3 — это размер как у беззеркальных фотоаппаратов, поэтому картинка чистая даже вечером. Рядом телекамера с фокусным расстоянием 162 мм: она приближает удалённые объекты.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Подвес держит камеру ровно, даже когда сам дрон наклоняется в полёте. Три мотора компенсируют наклон, крен и поворот. Благодаря этому видео плавное без последующей стабилизации.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обзора состоит из пар камер, как два глаза. По разнице изображений дрон вычисляет расстояние до препятствий во всех направлениях и может сам облетать их или останавливаться.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Корпус сделан из лёгкого пластика и имеет обтекаемую форму. Под крышкой находятся полётный контроллер, модуль спутниковой навигации и система охлаждения.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Аккумулятор вставляется сзади сверху. Это литий-полимерная батарея на 5000 мАч. Её хватает до 46 минут полёта — один из лучших результатов среди складных дронов.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Лучи складываются, поэтому дрон легко переносить. В разложенном виде расстояние между моторами по диагонали — 380 мм. Светодиоды на лучах помогают понять, где у дрона перед.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Нажмите на видео, чтобы запустить. Mavic 3 складывается так: сначала лопасти винтов поворачиваются вдоль лучей, затем передние лучи складываются назад вдоль корпуса, а задние вперёд под корпус. В сложенном виде дрон размером с бутылку воды и помещается в небольшую сумку.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Бесколлекторные моторы надёжные и почти не изнашиваются. Дрон управляется только разной скоростью вращения моторов: если задние крутятся быстрее передних, дрон наклоняется вперёд и летит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Винты создают подъёмную силу. Два винта крутятся по часовой стрелке и два против, поэтому дрон не вращается вокруг себя. Форма лопастей подобрана так, чтобы снизить шум.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передачи O3+ передаёт видео в реальном времени. Антенны встроены в стойки шасси, поэтому их не видно снаружи. Дальность — до 15 км по американскому стандарту и до 8 км по европейскому.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Нижние датчики нужны для точного зависания и посадки, особенно в помещении, где нет сигнала спутников. Инфракрасный датчик точно измеряет высоту до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полёте Mavic 3 держит положение по спутникам GPS, Galileo и BeiDou, сам облетает препятствия и автоматически возвращается к точке взлёта при потере сигнала или низком заряде.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каждая деталь Mavic 3 выполняет свою задачу.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spc="-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Заголовок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Подзаголовок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Деталь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Название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Описание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Характеристики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23951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Раздел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239512" y="1389888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spc="-50" kern="0" dirty="0">
                <a:solidFill>
                  <a:schemeClr val="tx1"/>
                </a:solidFill>
              </a:rPr>
              <a:t>Название</a:t>
            </a: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LIGHT">
    <p:bg>
      <p:bgPr>
        <a:solidFill>
          <a:srgbClr val="C9D6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b="1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Режим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spc="-100" kern="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Заголовок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Текст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9-1.mp4"/><Relationship Id="rId2" Type="http://schemas.microsoft.com/office/2007/relationships/media" Target="../media/media-9-1.mp4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Mavic 3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Как устроен квадрокоптер DJI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868680"/>
            <a:ext cx="3703320" cy="3429000"/>
          </a:xfrm>
          <a:prstGeom prst="roundRect">
            <a:avLst>
              <a:gd name="adj" fmla="val 5333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Главные цифры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DJI Mavic 3</a:t>
            </a:r>
            <a:endParaRPr lang="en-US" sz="2400" dirty="0"/>
          </a:p>
        </p:txBody>
      </p:sp>
      <p:sp>
        <p:nvSpPr>
          <p:cNvPr id="6" name="stat0"/>
          <p:cNvSpPr txBox="1"/>
          <p:nvPr/>
        </p:nvSpPr>
        <p:spPr>
          <a:xfrm>
            <a:off x="71323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46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мин</a:t>
            </a:r>
            <a:endParaRPr lang="en-US" sz="3200" dirty="0"/>
          </a:p>
        </p:txBody>
      </p:sp>
      <p:sp>
        <p:nvSpPr>
          <p:cNvPr id="7" name="statl0"/>
          <p:cNvSpPr txBox="1"/>
          <p:nvPr/>
        </p:nvSpPr>
        <p:spPr>
          <a:xfrm>
            <a:off x="71323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время полёта</a:t>
            </a:r>
            <a:endParaRPr lang="en-US" sz="1100" dirty="0"/>
          </a:p>
        </p:txBody>
      </p:sp>
      <p:sp>
        <p:nvSpPr>
          <p:cNvPr id="8" name="stat1"/>
          <p:cNvSpPr txBox="1"/>
          <p:nvPr/>
        </p:nvSpPr>
        <p:spPr>
          <a:xfrm>
            <a:off x="235915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км</a:t>
            </a:r>
            <a:endParaRPr lang="en-US" sz="3200" dirty="0"/>
          </a:p>
        </p:txBody>
      </p:sp>
      <p:sp>
        <p:nvSpPr>
          <p:cNvPr id="9" name="statl1"/>
          <p:cNvSpPr txBox="1"/>
          <p:nvPr/>
        </p:nvSpPr>
        <p:spPr>
          <a:xfrm>
            <a:off x="235915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дальность связи</a:t>
            </a:r>
            <a:endParaRPr lang="en-US" sz="1100" dirty="0"/>
          </a:p>
        </p:txBody>
      </p:sp>
      <p:sp>
        <p:nvSpPr>
          <p:cNvPr id="10" name="stat2"/>
          <p:cNvSpPr txBox="1"/>
          <p:nvPr/>
        </p:nvSpPr>
        <p:spPr>
          <a:xfrm>
            <a:off x="71323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895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г</a:t>
            </a:r>
            <a:endParaRPr lang="en-US" sz="3200" dirty="0"/>
          </a:p>
        </p:txBody>
      </p:sp>
      <p:sp>
        <p:nvSpPr>
          <p:cNvPr id="11" name="statl2"/>
          <p:cNvSpPr txBox="1"/>
          <p:nvPr/>
        </p:nvSpPr>
        <p:spPr>
          <a:xfrm>
            <a:off x="71323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взлётный вес</a:t>
            </a:r>
            <a:endParaRPr lang="en-US" sz="1100" dirty="0"/>
          </a:p>
        </p:txBody>
      </p:sp>
      <p:sp>
        <p:nvSpPr>
          <p:cNvPr id="12" name="stat3"/>
          <p:cNvSpPr txBox="1"/>
          <p:nvPr/>
        </p:nvSpPr>
        <p:spPr>
          <a:xfrm>
            <a:off x="235915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м/с</a:t>
            </a:r>
            <a:endParaRPr lang="en-US" sz="3200" dirty="0"/>
          </a:p>
        </p:txBody>
      </p:sp>
      <p:sp>
        <p:nvSpPr>
          <p:cNvPr id="13" name="statl3"/>
          <p:cNvSpPr txBox="1"/>
          <p:nvPr/>
        </p:nvSpPr>
        <p:spPr>
          <a:xfrm>
            <a:off x="235915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скорость в режиме 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15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01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Камера Hasselblad и телекамера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Две камеры в одном блоке. Основная с большой матрицей 4/3 снимает фото 20 Мп и видео 5.1K. Телекамера приближает объект, чтобы снимать издалека.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Основная: 24 мм, f/2.8–f/11 · теле: 162 мм, f/4.4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02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Трёхосевой подвес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Маленькие моторы подвеса гасят наклоны и вибрации дрона по трём осям, поэтому видео остаётся ровным даже на ветру.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Наклон камеры от −90° до +35°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03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Камеры обзора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Стереокамеры смотрят вперёд, назад, вверх и в стороны и строят карту препятствий, чтобы дрон сам облетал деревья и стены.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Обзор на 360° · вперёд видит до 200 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04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Верхняя крышка корпуса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Закрывает электронику от пыли и брызг и делает корпус обтекаемым, чтобы дрон меньше тормозил о воздух. Спереди на ней стоят камеры обзора.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 сложенном виде дрон 221 × 96 × 90 мм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05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Аккумулятор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Питает моторы, камеру и всю электронику. Сам следит за зарядом и температурой ячеек и подсказывает, когда пора возвращаться. Четыре огонька сзади показывают заряд.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5000 мА·ч · 15,4 В · LiPo 4S · 77 Вт·ч · до 46 минут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06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Складные лучи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Держат моторы на нужном расстоянии от центра. Передние складываются назад вдоль корпуса, задние вперёд под него, и дрон помещается в небольшую сумку.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Диагональ 380 мм · светодиоды на концах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429000" y="502920"/>
            <a:ext cx="5486400" cy="30861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Как он складывается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Складывание за пару секунд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Сначала лопасти винтов прижимаются к лучам. Потом передние лучи поворачиваются назад вдоль корпуса, а задние вперёд и вниз под корпус.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 сложенном виде 221 × 96 × 90 мм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07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Бесколлекторные моторы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Четыре мотора крутят винты. Меняя их обороты, контроллер поднимает дрон, наклоняет его и поворачивает.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4 мотора · подъём до 8 м/с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08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Винты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Отбрасывают воздух вниз и создают тягу. Соседние винты крутятся в разные стороны, чтобы дрон не закручивало. Лопасти складываются и снимаются без инструментов.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Быстросъёмные · малошумные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09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Стойки с антеннами O3+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Передние стойки держат дрон на земле, а внутри них спрятаны антенны. Они передают на пульт живое видео и принимают команды пилота.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DJI O3+ · до 15 км (FCC) / 8 км (CE)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10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Нижние датчики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Камеры и инфракрасный датчик под корпусом измеряют высоту над землёй, помогают зависать без GPS и мягко садиться.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Вниз 0,3–18 м · ИК-датчик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Обычный режим полёта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Полёт над горами</a:t>
            </a:r>
            <a:endParaRPr lang="en-US" sz="4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Держит точку по спутникам, облетает препятствия сам и возвращается домой, если сигнал пропал или садится батарея.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Вот он весь, по деталям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Mavic 3 в разборе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Камера, подвес, корпус, аккумулятор, лучи, моторы, винты и датчики работают вместе, чтобы дрон летал стабильно и снимал качественное видео.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3D-модель: «DJI Mavic 3» (llirikslon), Sketchfab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vic 3">
  <a:themeElements>
    <a:clrScheme name="Mavic 3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1D1D1F"/>
      </a:accent1>
      <a:accent2>
        <a:srgbClr val="6E6E73"/>
      </a:accent2>
      <a:accent3>
        <a:srgbClr val="86868B"/>
      </a:accent3>
      <a:accent4>
        <a:srgbClr val="D2D2D7"/>
      </a:accent4>
      <a:accent5>
        <a:srgbClr val="E8E8ED"/>
      </a:accent5>
      <a:accent6>
        <a:srgbClr val="0F0F10"/>
      </a:accent6>
      <a:hlink>
        <a:srgbClr val="1D1D1F"/>
      </a:hlink>
      <a:folHlink>
        <a:srgbClr val="6E6E73"/>
      </a:folHlink>
    </a:clrScheme>
    <a:fontScheme name="Mavic 3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Mavic 3: как устроен дрон</dc:title>
  <dc:subject>PptxGenJS Presentation</dc:subject>
  <dc:creator>Кондратьев И.И.</dc:creator>
  <cp:lastModifiedBy>Кондратьев И.И.</cp:lastModifiedBy>
  <cp:revision>1</cp:revision>
  <dcterms:created xsi:type="dcterms:W3CDTF">2026-10-28T07:40:01Z</dcterms:created>
  <dcterms:modified xsi:type="dcterms:W3CDTF">2026-10-28T07:40:01Z</dcterms:modified>
</cp:coreProperties>
</file>